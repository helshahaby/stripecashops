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d879c40337e4fde" /><Relationship Type="http://schemas.openxmlformats.org/officeDocument/2006/relationships/extended-properties" Target="/docProps/app.xml" Id="Ra0e7ace3524146e5" /><Relationship Type="http://schemas.openxmlformats.org/officeDocument/2006/relationships/officeDocument" Target="/ppt/presentation.xml" Id="R2e5008a9858844a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5126eacae2e46ca"/>
  </p:sldMasterIdLst>
  <p:notesMasterIdLst>
    <p:notesMasterId xmlns:r="http://schemas.openxmlformats.org/officeDocument/2006/relationships" r:id="Re3baea58409d4ae5"/>
  </p:notesMasterIdLst>
  <p:sldIdLst>
    <p:sldId xmlns:r="http://schemas.openxmlformats.org/officeDocument/2006/relationships" id="256" r:id="Rb8ffcce05e8b42a6"/>
    <p:sldId xmlns:r="http://schemas.openxmlformats.org/officeDocument/2006/relationships" id="257" r:id="R2ac5d22bd19b44d4"/>
    <p:sldId xmlns:r="http://schemas.openxmlformats.org/officeDocument/2006/relationships" id="258" r:id="Raed0a531b51347be"/>
    <p:sldId xmlns:r="http://schemas.openxmlformats.org/officeDocument/2006/relationships" id="259" r:id="Rfc2cbb72ef3e4a58"/>
    <p:sldId xmlns:r="http://schemas.openxmlformats.org/officeDocument/2006/relationships" id="260" r:id="R1e991ba29af2481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c97da9ee4914058" /><Relationship Type="http://schemas.openxmlformats.org/officeDocument/2006/relationships/slideMaster" Target="/ppt/slideMasters/slideMaster1.xml" Id="R65126eacae2e46ca" /><Relationship Type="http://schemas.openxmlformats.org/officeDocument/2006/relationships/notesMaster" Target="/ppt/notesMasters/notesMaster1.xml" Id="Re3baea58409d4ae5" /><Relationship Type="http://schemas.openxmlformats.org/officeDocument/2006/relationships/presProps" Target="/ppt/presProps.xml" Id="Rd99f708a9f334496" /><Relationship Type="http://schemas.openxmlformats.org/officeDocument/2006/relationships/tableStyles" Target="/ppt/tableStyles.xml" Id="R3e1005f3b2014880" /><Relationship Type="http://schemas.openxmlformats.org/officeDocument/2006/relationships/slide" Target="/ppt/slides/slide1.xml" Id="Rb8ffcce05e8b42a6" /><Relationship Type="http://schemas.openxmlformats.org/officeDocument/2006/relationships/slide" Target="/ppt/slides/slide2.xml" Id="R2ac5d22bd19b44d4" /><Relationship Type="http://schemas.openxmlformats.org/officeDocument/2006/relationships/slide" Target="/ppt/slides/slide3.xml" Id="Raed0a531b51347be" /><Relationship Type="http://schemas.openxmlformats.org/officeDocument/2006/relationships/slide" Target="/ppt/slides/slide4.xml" Id="Rfc2cbb72ef3e4a58" /><Relationship Type="http://schemas.openxmlformats.org/officeDocument/2006/relationships/slide" Target="/ppt/slides/slide5.xml" Id="R1e991ba29af2481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0fce6f095eb4d7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fbb023036184271" /><Relationship Type="http://schemas.openxmlformats.org/officeDocument/2006/relationships/notesMaster" Target="/ppt/notesMasters/notesMaster1.xml" Id="Rc4ef2356a8074fe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1db82d87c9d4ff3" /><Relationship Type="http://schemas.openxmlformats.org/officeDocument/2006/relationships/notesMaster" Target="/ppt/notesMasters/notesMaster1.xml" Id="Rdbac67d6eecd46e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ea53f2bfefb4560" /><Relationship Type="http://schemas.openxmlformats.org/officeDocument/2006/relationships/notesMaster" Target="/ppt/notesMasters/notesMaster1.xml" Id="R66d6e3c4976a4d7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f7c0c3f1db94896" /><Relationship Type="http://schemas.openxmlformats.org/officeDocument/2006/relationships/notesMaster" Target="/ppt/notesMasters/notesMaster1.xml" Id="R878a7d08522044d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864e9aabb3c4938" /><Relationship Type="http://schemas.openxmlformats.org/officeDocument/2006/relationships/notesMaster" Target="/ppt/notesMasters/notesMaster1.xml" Id="R343402db9b5345c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with the live app URL and explain that StripeCashOps focuses on payment recovery for small businesses.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Frame the pain as cash recovery, not only document extraction.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Show the app flow: choose an overdue invoice, create a payment link, and draft or send the reminder.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Connect impact to the judging criteria: practical value, Stripe usage, and a clear user workflow.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Close by asking judges to try the live app and vote on the leaderboard.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8add11436f84533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d1bfea47e914383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31688a220d94e08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4eacbc0344b43e6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6b7a7ddebd34d4b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5519e8c6d40418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0A0A712E-0123-48A4-AC27-8D47E734D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2098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AD72D245-3AA5-41AB-A3A9-41F8DA56DAD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38D0B08D-8087-403A-B412-791B697D5236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Accent rule">
            <a:extLst xmlns:a="http://schemas.openxmlformats.org/drawingml/2006/main">
              <a:ext uri="{FF2B5EF4-FFF2-40B4-BE49-F238E27FC236}">
                <a16:creationId xmlns:a16="http://schemas.microsoft.com/office/drawing/2014/main" id="{E5AF27FC-0432-416F-A33C-20B218171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4765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C6176254-E519-47CF-894B-7D2A911E7E7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CEFE96EA-BFEB-4650-94A6-467E11D86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993328A2-BE91-4AA9-B5BD-5023A8C58C7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9BB25237-0A81-479C-A94A-980D116001B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Accent rule">
            <a:extLst xmlns:a="http://schemas.openxmlformats.org/drawingml/2006/main">
              <a:ext uri="{FF2B5EF4-FFF2-40B4-BE49-F238E27FC236}">
                <a16:creationId xmlns:a16="http://schemas.microsoft.com/office/drawing/2014/main" id="{0F59508F-F0AF-479D-B14D-3A39691B6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58877557-DE21-4F1D-9245-9CD39185D1E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Left column">
            <a:extLst xmlns:a="http://schemas.openxmlformats.org/drawingml/2006/main">
              <a:ext uri="{FF2B5EF4-FFF2-40B4-BE49-F238E27FC236}">
                <a16:creationId xmlns:a16="http://schemas.microsoft.com/office/drawing/2014/main" id="{1AEA0587-FD3E-46EE-A5D1-164B86F175F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4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163EB96A-3850-433F-97C4-76DA56D98187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136A9162-0050-4305-94EE-9BDD7F5A3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7D26204F-86D3-4F7C-8616-CCEF52B0ED4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Left column">
            <a:extLst xmlns:a="http://schemas.openxmlformats.org/drawingml/2006/main">
              <a:ext uri="{FF2B5EF4-FFF2-40B4-BE49-F238E27FC236}">
                <a16:creationId xmlns:a16="http://schemas.microsoft.com/office/drawing/2014/main" id="{D38B2675-C760-4651-970D-187BE753C2F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c6c67e31b774abc" /><Relationship Type="http://schemas.openxmlformats.org/officeDocument/2006/relationships/slideLayout" Target="/ppt/slideLayouts/slideLayout1.xml" Id="Re3b9766564d742a4" /><Relationship Type="http://schemas.openxmlformats.org/officeDocument/2006/relationships/slideLayout" Target="/ppt/slideLayouts/slideLayout2.xml" Id="R2d72f84a6d864584" /><Relationship Type="http://schemas.openxmlformats.org/officeDocument/2006/relationships/slideLayout" Target="/ppt/slideLayouts/slideLayout3.xml" Id="R1e8bb2bee8e642ac" /><Relationship Type="http://schemas.openxmlformats.org/officeDocument/2006/relationships/slideLayout" Target="/ppt/slideLayouts/slideLayout4.xml" Id="R721779057c504fa0" /><Relationship Type="http://schemas.openxmlformats.org/officeDocument/2006/relationships/slideLayout" Target="/ppt/slideLayouts/slideLayout5.xml" Id="Rdd8bd67854334f6c" /><Relationship Type="http://schemas.openxmlformats.org/officeDocument/2006/relationships/slideLayout" Target="/ppt/slideLayouts/slideLayout6.xml" Id="R89a8bb5f12e141a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3b9766564d742a4"/>
    <p:sldLayoutId xmlns:r="http://schemas.openxmlformats.org/officeDocument/2006/relationships" id="2147483650" r:id="R2d72f84a6d864584"/>
    <p:sldLayoutId xmlns:r="http://schemas.openxmlformats.org/officeDocument/2006/relationships" id="2147483651" r:id="R1e8bb2bee8e642ac"/>
    <p:sldLayoutId xmlns:r="http://schemas.openxmlformats.org/officeDocument/2006/relationships" id="2147483652" r:id="R721779057c504fa0"/>
    <p:sldLayoutId xmlns:r="http://schemas.openxmlformats.org/officeDocument/2006/relationships" id="2147483653" r:id="Rdd8bd67854334f6c"/>
    <p:sldLayoutId xmlns:r="http://schemas.openxmlformats.org/officeDocument/2006/relationships" id="2147483654" r:id="R89a8bb5f12e141a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ac9eb2fbc15401d" /><Relationship Type="http://schemas.openxmlformats.org/officeDocument/2006/relationships/notesSlide" Target="/ppt/notesSlides/notesSlide1.xml" Id="R76049f4b38c5485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106c9da234d4a36" /><Relationship Type="http://schemas.openxmlformats.org/officeDocument/2006/relationships/notesSlide" Target="/ppt/notesSlides/notesSlide2.xml" Id="Rd5fb4440264c4d5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54d201d1b5a4228" /><Relationship Type="http://schemas.openxmlformats.org/officeDocument/2006/relationships/notesSlide" Target="/ppt/notesSlides/notesSlide3.xml" Id="Rfcfa9b93b89c4a2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9a5fbb98eff4ffb" /><Relationship Type="http://schemas.openxmlformats.org/officeDocument/2006/relationships/notesSlide" Target="/ppt/notesSlides/notesSlide4.xml" Id="R90e7b20dd3c744b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1a261e6eab84aa8" /><Relationship Type="http://schemas.openxmlformats.org/officeDocument/2006/relationships/notesSlide" Target="/ppt/notesSlides/notesSlide5.xml" Id="R476f6c41d50f4aa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6F8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48491BF-68C6-4498-8171-D1612D5B3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381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D4ED8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1D4ED8"/>
                </a:solidFill>
                <a:latin typeface="DejaVu Sans"/>
                <a:ea typeface="DejaVu Sans"/>
                <a:cs typeface="DejaVu Sans"/>
              </a:rPr>
              <a:t>Stripe Hackathon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3E7FE1C-D4EE-4A8C-A6E9-B31094B9C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90650"/>
            <a:ext cx="8572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4350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StripeCashOps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3EC9EAB-0F66-4B85-BEEB-04A1D7E6A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266950"/>
            <a:ext cx="8286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475467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475467"/>
                </a:solidFill>
                <a:latin typeface="DejaVu Sans"/>
                <a:ea typeface="DejaVu Sans"/>
                <a:cs typeface="DejaVu Sans"/>
              </a:rPr>
              <a:t>AI invoice-to-cash assistant for faster payment recovery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8DA3A58-1C3B-4188-A262-73DDB43FD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371850"/>
            <a:ext cx="419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667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Hossam Elshahaby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FAFE74-1001-45B5-909F-38E9B200A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77190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475467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475467"/>
                </a:solidFill>
                <a:latin typeface="DejaVu Sans"/>
                <a:ea typeface="DejaVu Sans"/>
                <a:cs typeface="DejaVu Sans"/>
              </a:rPr>
              <a:t>October 3, 2026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3FDDF26-CE10-4C8C-B9B8-7193BF2F3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572000"/>
            <a:ext cx="4000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EFE7383-A78D-4E33-9BA5-B8497E260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72440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6667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D4ED8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1D4ED8"/>
                </a:solidFill>
                <a:latin typeface="DejaVu Sans"/>
                <a:ea typeface="DejaVu Sans"/>
                <a:cs typeface="DejaVu Sans"/>
              </a:rPr>
              <a:t>Track 2 - Accounting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1CC146B-92BF-4957-91A6-281AFA491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095375"/>
            <a:ext cx="2381250" cy="2381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0EAF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E00DAE4-6442-4DE2-B56E-C4FE5F97F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714500"/>
            <a:ext cx="1714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0196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D4ED8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1D4ED8"/>
                </a:solidFill>
                <a:latin typeface="DejaVu Sans"/>
                <a:ea typeface="DejaVu Sans"/>
                <a:cs typeface="DejaVu Sans"/>
              </a:rPr>
              <a:t>Recover</a:t>
            </a:r>
          </a:p>
          <a:p xmlns:a="http://schemas.openxmlformats.org/drawingml/2006/main">
            <a:pPr>
              <a:defRPr sz="2550" b="1">
                <a:solidFill>
                  <a:srgbClr val="1D4ED8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1D4ED8"/>
                </a:solidFill>
                <a:latin typeface="DejaVu Sans"/>
                <a:ea typeface="DejaVu Sans"/>
                <a:cs typeface="DejaVu Sans"/>
              </a:rPr>
              <a:t>Cash</a:t>
            </a:r>
          </a:p>
          <a:p xmlns:a="http://schemas.openxmlformats.org/drawingml/2006/main">
            <a:pPr>
              <a:defRPr sz="2550" b="1">
                <a:solidFill>
                  <a:srgbClr val="1D4ED8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1D4ED8"/>
                </a:solidFill>
                <a:latin typeface="DejaVu Sans"/>
                <a:ea typeface="DejaVu Sans"/>
                <a:cs typeface="DejaVu Sans"/>
              </a:rPr>
              <a:t>Now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E42F615-EB75-4A7E-82EA-25758BC24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29375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475467"/>
                </a:solidFill>
                <a:latin typeface="DejaVu Sans"/>
                <a:ea typeface="DejaVu Sans"/>
                <a:cs typeface="DejaVu Sans"/>
              </a:defRPr>
            </a:pPr>
            <a:r>
              <a:rPr sz="975" b="0">
                <a:solidFill>
                  <a:srgbClr val="475467"/>
                </a:solidFill>
                <a:latin typeface="DejaVu Sans"/>
                <a:ea typeface="DejaVu Sans"/>
                <a:cs typeface="DejaVu Sans"/>
              </a:rPr>
              <a:t>StripeCashOps | Hossam Elshahaby | October 3, 2026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AED9B41-EE82-4565-8DA7-F95CF163D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6429375"/>
            <a:ext cx="3190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1D4ED8"/>
                </a:solidFill>
                <a:latin typeface="DejaVu Sans"/>
                <a:ea typeface="DejaVu Sans"/>
                <a:cs typeface="DejaVu Sans"/>
              </a:defRPr>
            </a:pPr>
            <a:r>
              <a:rPr sz="975" b="0">
                <a:solidFill>
                  <a:srgbClr val="1D4ED8"/>
                </a:solidFill>
                <a:latin typeface="DejaVu Sans"/>
                <a:ea typeface="DejaVu Sans"/>
                <a:cs typeface="DejaVu Sans"/>
              </a:rPr>
              <a:t>https://stripecashops.lovable.app</a:t>
            </a:r>
          </a:p>
        </p:txBody>
      </p:sp>
    </p:spTree>
    <p:extLst>
      <p:ext uri="{BB962C8B-B14F-4D97-AF65-F5344CB8AC3E}">
        <p14:creationId xmlns:p14="http://schemas.microsoft.com/office/powerpoint/2010/main" val="175341798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6F8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3107CD3-EBCA-4DCE-B384-B4B54DA13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8150"/>
            <a:ext cx="1028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850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Problem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AD9297-1E76-424F-B9EE-7BF410DD6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096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7037"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Small businesses lose time and cash because accounting documents and payment records are scattered.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1883D8-34CE-4C7C-A8FF-FAEE80E8F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190750"/>
            <a:ext cx="3143250" cy="2286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B4DF486-DA27-4721-97AC-7F13127A9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190750"/>
            <a:ext cx="7620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35BFF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51A92E-5618-4B5B-A1D7-AAADE78AB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2362200"/>
            <a:ext cx="266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8889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57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Manual checks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B700C2F-3095-49C5-BDFA-AEA9E201A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2743200"/>
            <a:ext cx="2686050" cy="1581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475467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475467"/>
                </a:solidFill>
                <a:latin typeface="DejaVu Sans"/>
                <a:ea typeface="DejaVu Sans"/>
                <a:cs typeface="DejaVu Sans"/>
              </a:rPr>
              <a:t>Owners search old invoices, receipts, bank statements, and tickets by hand.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4EF4F37-E90F-4CBC-A37A-3F6112670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190750"/>
            <a:ext cx="3143250" cy="2286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0194B9C-F631-4E3F-90A3-C0E2D3706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190750"/>
            <a:ext cx="7620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C430EDE-8F42-43EB-BD4A-ACE5ED28C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1075" y="2362200"/>
            <a:ext cx="266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8889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57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Late follow-up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490F0EF-B6B7-4A7D-BFCA-57070F1A3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1075" y="2743200"/>
            <a:ext cx="2686050" cy="1581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475467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475467"/>
                </a:solidFill>
                <a:latin typeface="DejaVu Sans"/>
                <a:ea typeface="DejaVu Sans"/>
                <a:cs typeface="DejaVu Sans"/>
              </a:rPr>
              <a:t>Unpaid invoices stay hidden until cash flow becomes a problem.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AA34BD3-1858-4C0F-A8BC-0C3A97E25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190750"/>
            <a:ext cx="3143250" cy="2286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D5ED61C-4D77-44E7-8721-F90A0208D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190750"/>
            <a:ext cx="7620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B76A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8D9C982-09BD-40E0-8C77-558E6D705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1075" y="2362200"/>
            <a:ext cx="266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8889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57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Weak visibility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E17BB55-32DD-4D01-8983-95D336D7A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1075" y="2743200"/>
            <a:ext cx="2686050" cy="1581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475467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475467"/>
                </a:solidFill>
                <a:latin typeface="DejaVu Sans"/>
                <a:ea typeface="DejaVu Sans"/>
                <a:cs typeface="DejaVu Sans"/>
              </a:rPr>
              <a:t>Teams cannot see which payment action should happen next.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CA5B013-E71F-47D9-AB65-F89D51841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095875"/>
            <a:ext cx="9906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Result: invoices take weeks or months to get paid.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E8FAD62-1CE0-4A17-8531-C2C79DD75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29375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475467"/>
                </a:solidFill>
                <a:latin typeface="DejaVu Sans"/>
                <a:ea typeface="DejaVu Sans"/>
                <a:cs typeface="DejaVu Sans"/>
              </a:defRPr>
            </a:pPr>
            <a:r>
              <a:rPr sz="975" b="0">
                <a:solidFill>
                  <a:srgbClr val="475467"/>
                </a:solidFill>
                <a:latin typeface="DejaVu Sans"/>
                <a:ea typeface="DejaVu Sans"/>
                <a:cs typeface="DejaVu Sans"/>
              </a:rPr>
              <a:t>StripeCashOps | Hossam Elshahaby | October 3, 2026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6429A39-7EA2-464D-AECA-17513B282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6429375"/>
            <a:ext cx="3190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1D4ED8"/>
                </a:solidFill>
                <a:latin typeface="DejaVu Sans"/>
                <a:ea typeface="DejaVu Sans"/>
                <a:cs typeface="DejaVu Sans"/>
              </a:defRPr>
            </a:pPr>
            <a:r>
              <a:rPr sz="975" b="0">
                <a:solidFill>
                  <a:srgbClr val="1D4ED8"/>
                </a:solidFill>
                <a:latin typeface="DejaVu Sans"/>
                <a:ea typeface="DejaVu Sans"/>
                <a:cs typeface="DejaVu Sans"/>
              </a:rPr>
              <a:t>https://stripecashops.lovable.app</a:t>
            </a:r>
          </a:p>
        </p:txBody>
      </p:sp>
    </p:spTree>
    <p:extLst>
      <p:ext uri="{BB962C8B-B14F-4D97-AF65-F5344CB8AC3E}">
        <p14:creationId xmlns:p14="http://schemas.microsoft.com/office/powerpoint/2010/main" val="60096273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6F8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F5D34F6-709D-41DF-BF28-03A09E073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8150"/>
            <a:ext cx="1028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850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Solution and features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53BF1C-303E-4D32-A90C-2EF43FB7A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990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7644"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StripeCashOps turns messy accounting inputs into a prioritized invoice-to-cash workflow.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9726D3-9E4C-4BA4-9E06-3D9F6C768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95500"/>
            <a:ext cx="333375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93684DE-0075-4E20-94E1-980E9D4C2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95500"/>
            <a:ext cx="762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35BFF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E1D45BB-DA51-4AD0-A0CC-9414033A8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26695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8889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57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1. Extract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BFE491E-C29E-4675-AC4E-7BE2CDFC5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47950"/>
            <a:ext cx="28765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475467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475467"/>
                </a:solidFill>
                <a:latin typeface="DejaVu Sans"/>
                <a:ea typeface="DejaVu Sans"/>
                <a:cs typeface="DejaVu Sans"/>
              </a:rPr>
              <a:t>Reads invoices, receipts, tickets, and payment records.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75120D8-1AF6-4641-9132-9FD1EE55F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095500"/>
            <a:ext cx="333375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D3E877B-FF84-44A7-AEDB-9209B2937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095500"/>
            <a:ext cx="762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093F128-D345-42E5-918C-1FB52A189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226695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8889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57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2. Detect risk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5BE8BFC-53D5-42F5-BD14-AE043538B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2647950"/>
            <a:ext cx="28765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475467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475467"/>
                </a:solidFill>
                <a:latin typeface="DejaVu Sans"/>
                <a:ea typeface="DejaVu Sans"/>
                <a:cs typeface="DejaVu Sans"/>
              </a:rPr>
              <a:t>Flags overdue invoices, duplicates, VAT mismatches, and partial payments.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7D39861-4525-4AC9-8633-F13628CA8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095500"/>
            <a:ext cx="333375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6B504C7-5011-4B6E-A2AA-0BC82E26F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095500"/>
            <a:ext cx="762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B76A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2E14B2F-A914-4642-94FE-ECF3C089C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26695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8889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57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3. Recover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B7AAD68-4B3C-414E-AA65-ECD767670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647950"/>
            <a:ext cx="28765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475467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475467"/>
                </a:solidFill>
                <a:latin typeface="DejaVu Sans"/>
                <a:ea typeface="DejaVu Sans"/>
                <a:cs typeface="DejaVu Sans"/>
              </a:rPr>
              <a:t>Creates Stripe payment links and prepares reminder emails.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D6DFA39-0EB2-4BD5-9D7C-15DA7B0BB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191000"/>
            <a:ext cx="33337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EB2A061-14C5-4621-B396-0DB04FEA0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191000"/>
            <a:ext cx="762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35BFF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935AB00-31C7-49CD-B3D4-9D5E86F2A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436245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8889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57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Email workflow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03FD4DF-BE3C-4114-9B4C-CA8A425CA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4743450"/>
            <a:ext cx="28765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475467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475467"/>
                </a:solidFill>
                <a:latin typeface="DejaVu Sans"/>
                <a:ea typeface="DejaVu Sans"/>
                <a:cs typeface="DejaVu Sans"/>
              </a:rPr>
              <a:t>Uses Brevo with a verified sender for the MVP.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12D6D9D-A5AA-495D-A8E7-DED7E5F99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191000"/>
            <a:ext cx="33337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18B1976-97B3-4F95-BB1A-98BEC24B6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191000"/>
            <a:ext cx="762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B76A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80B0058-9D43-4C8C-8656-82D4CD8BD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36245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8889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57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Fallback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84C7BE7-803E-4D02-9668-0C58232CF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743450"/>
            <a:ext cx="28765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475467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475467"/>
                </a:solidFill>
                <a:latin typeface="DejaVu Sans"/>
                <a:ea typeface="DejaVu Sans"/>
                <a:cs typeface="DejaVu Sans"/>
              </a:rPr>
              <a:t>Shows copyable reminder drafts if sending fails.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6CEA990-B40C-44D8-8650-FCC1F119C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29375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475467"/>
                </a:solidFill>
                <a:latin typeface="DejaVu Sans"/>
                <a:ea typeface="DejaVu Sans"/>
                <a:cs typeface="DejaVu Sans"/>
              </a:defRPr>
            </a:pPr>
            <a:r>
              <a:rPr sz="975" b="0">
                <a:solidFill>
                  <a:srgbClr val="475467"/>
                </a:solidFill>
                <a:latin typeface="DejaVu Sans"/>
                <a:ea typeface="DejaVu Sans"/>
                <a:cs typeface="DejaVu Sans"/>
              </a:rPr>
              <a:t>StripeCashOps | Hossam Elshahaby | October 3, 2026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DB06EA9-3017-4EC2-B7CF-1937C5B95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6429375"/>
            <a:ext cx="3190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1D4ED8"/>
                </a:solidFill>
                <a:latin typeface="DejaVu Sans"/>
                <a:ea typeface="DejaVu Sans"/>
                <a:cs typeface="DejaVu Sans"/>
              </a:defRPr>
            </a:pPr>
            <a:r>
              <a:rPr sz="975" b="0">
                <a:solidFill>
                  <a:srgbClr val="1D4ED8"/>
                </a:solidFill>
                <a:latin typeface="DejaVu Sans"/>
                <a:ea typeface="DejaVu Sans"/>
                <a:cs typeface="DejaVu Sans"/>
              </a:rPr>
              <a:t>https://stripecashops.lovable.app</a:t>
            </a:r>
          </a:p>
        </p:txBody>
      </p:sp>
    </p:spTree>
    <p:extLst>
      <p:ext uri="{BB962C8B-B14F-4D97-AF65-F5344CB8AC3E}">
        <p14:creationId xmlns:p14="http://schemas.microsoft.com/office/powerpoint/2010/main" val="168270626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6F8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5C3D069-20B1-47D8-BC9E-C4C52DA81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8150"/>
            <a:ext cx="1028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850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Impact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42C2C2-17DA-48E0-B57A-DD0A4928B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01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705"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The product moves accounting from passive record keeping to active cash recovery.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4077FB6-22EF-4ED0-B737-7CF9CE83B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43125"/>
            <a:ext cx="3000375" cy="21907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AE0194-3E50-4782-9142-759C39CFC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43125"/>
            <a:ext cx="7620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35BFF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6A48C9-4476-45BB-9264-3EA1343F3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314575"/>
            <a:ext cx="2524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8889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57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For owners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F4D00B-2F4C-4278-85F9-E4539B8A7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695575"/>
            <a:ext cx="2543175" cy="14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475467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475467"/>
                </a:solidFill>
                <a:latin typeface="DejaVu Sans"/>
                <a:ea typeface="DejaVu Sans"/>
                <a:cs typeface="DejaVu Sans"/>
              </a:rPr>
              <a:t>Less time checking documents and faster payment follow-up.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B3A06FC-5868-4796-B71A-09DA212AD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143125"/>
            <a:ext cx="3000375" cy="21907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A4E102C-2364-4D9C-825B-CF147826C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143125"/>
            <a:ext cx="7620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393C018-D331-46E4-A652-29FF50FB6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6325" y="2314575"/>
            <a:ext cx="2524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8889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57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For accountants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9AD50CC-BADF-4A55-9661-8DBEAF3E5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6325" y="2695575"/>
            <a:ext cx="2543175" cy="14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475467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475467"/>
                </a:solidFill>
                <a:latin typeface="DejaVu Sans"/>
                <a:ea typeface="DejaVu Sans"/>
                <a:cs typeface="DejaVu Sans"/>
              </a:rPr>
              <a:t>Clear review queues for invoices that need human attention.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F5F247F-86E4-4415-8B23-F32C2C50E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143125"/>
            <a:ext cx="3000375" cy="21907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2FA6294-A1D7-4034-B387-9BE959A1B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143125"/>
            <a:ext cx="7620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B76A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1E3273D-0FAE-4CC5-B3B0-F69BEA19D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314575"/>
            <a:ext cx="2524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8889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57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For cash flow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1761C79-EE48-4F6D-A96F-A93E26889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695575"/>
            <a:ext cx="2543175" cy="14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475467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475467"/>
                </a:solidFill>
                <a:latin typeface="DejaVu Sans"/>
                <a:ea typeface="DejaVu Sans"/>
                <a:cs typeface="DejaVu Sans"/>
              </a:rPr>
              <a:t>Overdue invoices become ranked actions with payment links.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2D0B6A8-AF45-445E-AEE5-B9D61DD1C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048250"/>
            <a:ext cx="9810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1438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Demo value: find unpaid invoices, explain the risk, and send the next action in minutes.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F435555-A940-4688-B846-AC93A83AD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29375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475467"/>
                </a:solidFill>
                <a:latin typeface="DejaVu Sans"/>
                <a:ea typeface="DejaVu Sans"/>
                <a:cs typeface="DejaVu Sans"/>
              </a:defRPr>
            </a:pPr>
            <a:r>
              <a:rPr sz="975" b="0">
                <a:solidFill>
                  <a:srgbClr val="475467"/>
                </a:solidFill>
                <a:latin typeface="DejaVu Sans"/>
                <a:ea typeface="DejaVu Sans"/>
                <a:cs typeface="DejaVu Sans"/>
              </a:rPr>
              <a:t>StripeCashOps | Hossam Elshahaby | October 3, 2026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964BC90-B3F1-4385-AFE2-9D42C24DB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6429375"/>
            <a:ext cx="3190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1D4ED8"/>
                </a:solidFill>
                <a:latin typeface="DejaVu Sans"/>
                <a:ea typeface="DejaVu Sans"/>
                <a:cs typeface="DejaVu Sans"/>
              </a:defRPr>
            </a:pPr>
            <a:r>
              <a:rPr sz="975" b="0">
                <a:solidFill>
                  <a:srgbClr val="1D4ED8"/>
                </a:solidFill>
                <a:latin typeface="DejaVu Sans"/>
                <a:ea typeface="DejaVu Sans"/>
                <a:cs typeface="DejaVu Sans"/>
              </a:rPr>
              <a:t>https://stripecashops.lovable.app</a:t>
            </a:r>
          </a:p>
        </p:txBody>
      </p:sp>
    </p:spTree>
    <p:extLst>
      <p:ext uri="{BB962C8B-B14F-4D97-AF65-F5344CB8AC3E}">
        <p14:creationId xmlns:p14="http://schemas.microsoft.com/office/powerpoint/2010/main" val="110122215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6F8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63D632A-6C42-4330-B637-204EC7F1D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28750"/>
            <a:ext cx="5715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7778"/>
          </a:bodyPr>
          <a:lstStyle xmlns:a="http://schemas.openxmlformats.org/drawingml/2006/main"/>
          <a:p xmlns:a="http://schemas.openxmlformats.org/drawingml/2006/main">
            <a:pPr>
              <a:defRPr sz="4500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4500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Thank you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22DA6CE-C8BF-46FB-B824-8C4A550E6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81250"/>
            <a:ext cx="5715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D4ED8"/>
                </a:solidFill>
                <a:latin typeface="DejaVu Sans"/>
                <a:ea typeface="DejaVu Sans"/>
                <a:cs typeface="DejaVu Sans"/>
              </a:defRPr>
            </a:pPr>
            <a:r>
              <a:rPr sz="3450" b="1">
                <a:solidFill>
                  <a:srgbClr val="1D4ED8"/>
                </a:solidFill>
                <a:latin typeface="DejaVu Sans"/>
                <a:ea typeface="DejaVu Sans"/>
                <a:cs typeface="DejaVu Sans"/>
              </a:rPr>
              <a:t>Questions?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AFD3DD-08B2-4470-9089-9E4C2025F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714750"/>
            <a:ext cx="6667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475467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475467"/>
                </a:solidFill>
                <a:latin typeface="DejaVu Sans"/>
                <a:ea typeface="DejaVu Sans"/>
                <a:cs typeface="DejaVu Sans"/>
              </a:rPr>
              <a:t>StripeCashOps</a:t>
            </a:r>
          </a:p>
          <a:p xmlns:a="http://schemas.openxmlformats.org/drawingml/2006/main">
            <a:pPr>
              <a:defRPr sz="1875" b="0">
                <a:solidFill>
                  <a:srgbClr val="475467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475467"/>
                </a:solidFill>
                <a:latin typeface="DejaVu Sans"/>
                <a:ea typeface="DejaVu Sans"/>
                <a:cs typeface="DejaVu Sans"/>
              </a:rPr>
              <a:t>https://stripecashops.lovable.app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8208619-26B2-4F9E-B02C-D193D45D3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143500"/>
            <a:ext cx="647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Hossam Elshahaby</a:t>
            </a:r>
          </a:p>
          <a:p xmlns:a="http://schemas.openxmlformats.org/drawingml/2006/main">
            <a:pPr>
              <a:defRPr sz="1650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Stripe Hackathon, October 3, 2026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B8F2B6-16EE-439C-ACA9-859E1094B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619250"/>
            <a:ext cx="2286000" cy="2286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FCE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4035FC9-F24D-4392-9EF3-FA70E2261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238375"/>
            <a:ext cx="1714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9964"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047857"/>
                </a:solidFill>
                <a:latin typeface="DejaVu Sans"/>
                <a:ea typeface="DejaVu Sans"/>
                <a:cs typeface="DejaVu Sans"/>
              </a:defRPr>
            </a:pPr>
            <a:r>
              <a:rPr sz="2325" b="1">
                <a:solidFill>
                  <a:srgbClr val="047857"/>
                </a:solidFill>
                <a:latin typeface="DejaVu Sans"/>
                <a:ea typeface="DejaVu Sans"/>
                <a:cs typeface="DejaVu Sans"/>
              </a:rPr>
              <a:t>Recover</a:t>
            </a:r>
          </a:p>
          <a:p xmlns:a="http://schemas.openxmlformats.org/drawingml/2006/main">
            <a:pPr>
              <a:defRPr sz="2325" b="1">
                <a:solidFill>
                  <a:srgbClr val="047857"/>
                </a:solidFill>
                <a:latin typeface="DejaVu Sans"/>
                <a:ea typeface="DejaVu Sans"/>
                <a:cs typeface="DejaVu Sans"/>
              </a:defRPr>
            </a:pPr>
            <a:r>
              <a:rPr sz="2325" b="1">
                <a:solidFill>
                  <a:srgbClr val="047857"/>
                </a:solidFill>
                <a:latin typeface="DejaVu Sans"/>
                <a:ea typeface="DejaVu Sans"/>
                <a:cs typeface="DejaVu Sans"/>
              </a:rPr>
              <a:t>Cash</a:t>
            </a:r>
          </a:p>
          <a:p xmlns:a="http://schemas.openxmlformats.org/drawingml/2006/main">
            <a:pPr>
              <a:defRPr sz="2325" b="1">
                <a:solidFill>
                  <a:srgbClr val="047857"/>
                </a:solidFill>
                <a:latin typeface="DejaVu Sans"/>
                <a:ea typeface="DejaVu Sans"/>
                <a:cs typeface="DejaVu Sans"/>
              </a:defRPr>
            </a:pPr>
            <a:r>
              <a:rPr sz="2325" b="1">
                <a:solidFill>
                  <a:srgbClr val="047857"/>
                </a:solidFill>
                <a:latin typeface="DejaVu Sans"/>
                <a:ea typeface="DejaVu Sans"/>
                <a:cs typeface="DejaVu Sans"/>
              </a:rPr>
              <a:t>Faster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99782D2-7271-4E0F-9EF5-75256CF60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29375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475467"/>
                </a:solidFill>
                <a:latin typeface="DejaVu Sans"/>
                <a:ea typeface="DejaVu Sans"/>
                <a:cs typeface="DejaVu Sans"/>
              </a:defRPr>
            </a:pPr>
            <a:r>
              <a:rPr sz="975" b="0">
                <a:solidFill>
                  <a:srgbClr val="475467"/>
                </a:solidFill>
                <a:latin typeface="DejaVu Sans"/>
                <a:ea typeface="DejaVu Sans"/>
                <a:cs typeface="DejaVu Sans"/>
              </a:rPr>
              <a:t>StripeCashOps | Hossam Elshahaby | October 3, 2026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E4FE11A-B351-4F9F-8915-C5D9784BE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6429375"/>
            <a:ext cx="3190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1D4ED8"/>
                </a:solidFill>
                <a:latin typeface="DejaVu Sans"/>
                <a:ea typeface="DejaVu Sans"/>
                <a:cs typeface="DejaVu Sans"/>
              </a:defRPr>
            </a:pPr>
            <a:r>
              <a:rPr sz="975" b="0">
                <a:solidFill>
                  <a:srgbClr val="1D4ED8"/>
                </a:solidFill>
                <a:latin typeface="DejaVu Sans"/>
                <a:ea typeface="DejaVu Sans"/>
                <a:cs typeface="DejaVu Sans"/>
              </a:rPr>
              <a:t>https://stripecashops.lovable.app</a:t>
            </a:r>
          </a:p>
        </p:txBody>
      </p:sp>
    </p:spTree>
    <p:extLst>
      <p:ext uri="{BB962C8B-B14F-4D97-AF65-F5344CB8AC3E}">
        <p14:creationId xmlns:p14="http://schemas.microsoft.com/office/powerpoint/2010/main" val="162873895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2026-10-03T10:00:44.2590000Z</dcterms:created>
  <dcterms:modified xsi:type="dcterms:W3CDTF">2026-10-03T10:00:44.2590000Z</dcterms:modified>
</coreProperties>
</file>